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65760"/>
            <a:ext cx="502920" cy="50292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05840"/>
            <a:ext cx="274320" cy="27432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2194560"/>
            <a:ext cx="1463040" cy="54864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3474720"/>
            <a:ext cx="1097280" cy="54864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E1FB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5760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Developer-First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Governance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Code-native. Cloud-aligned. Automated.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804672"/>
            <a:ext cx="1097280" cy="54864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E1FB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606040" cy="100584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73152" cy="100584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1247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978408"/>
            <a:ext cx="18562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Developer-driven, code-adjacent models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55264" y="868680"/>
            <a:ext cx="2606040" cy="100584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55264" y="868680"/>
            <a:ext cx="73152" cy="100584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12471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13632" y="978408"/>
            <a:ext cx="18562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Git-based YAML descriptors alongside code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99048" y="868680"/>
            <a:ext cx="2606040" cy="100584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99048" y="868680"/>
            <a:ext cx="73152" cy="100584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2471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57416" y="978408"/>
            <a:ext cx="18562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Auto-validated in merge requests &amp; CI/CD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11480" y="2075688"/>
            <a:ext cx="2606040" cy="100584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11480" y="2075688"/>
            <a:ext cx="73152" cy="100584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3317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69848" y="2185416"/>
            <a:ext cx="18562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policy checks &amp; scorecards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255264" y="2075688"/>
            <a:ext cx="2606040" cy="100584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255264" y="2075688"/>
            <a:ext cx="73152" cy="100584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233172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13632" y="2185416"/>
            <a:ext cx="18562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CNCF-aligned architecture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099048" y="2075688"/>
            <a:ext cx="2606040" cy="100584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099048" y="2075688"/>
            <a:ext cx="73152" cy="100584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33172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57416" y="2185416"/>
            <a:ext cx="18562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Workload-first, organised around flows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3268980" y="3282696"/>
            <a:ext cx="2606040" cy="1005840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268980" y="3282696"/>
            <a:ext cx="73152" cy="100584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572" y="3538728"/>
            <a:ext cx="411480" cy="4114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927348" y="3392424"/>
            <a:ext cx="18562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Framework-driven governance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1FB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457200"/>
            <a:ext cx="164592" cy="164592"/>
          </a:xfrm>
          <a:prstGeom prst="ellipse">
            <a:avLst/>
          </a:prstGeom>
          <a:solidFill>
            <a:srgbClr val="E1FBBE">
              <a:alpha val="60000"/>
            </a:srgbClr>
          </a:solidFill>
          <a:ln w="12700">
            <a:solidFill>
              <a:srgbClr val="E1FBBE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274320"/>
            <a:ext cx="164592" cy="164592"/>
          </a:xfrm>
          <a:prstGeom prst="ellipse">
            <a:avLst/>
          </a:prstGeom>
          <a:solidFill>
            <a:srgbClr val="E1FBBE">
              <a:alpha val="60000"/>
            </a:srgbClr>
          </a:solidFill>
          <a:ln w="12700">
            <a:solidFill>
              <a:srgbClr val="E1FBB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640080"/>
            <a:ext cx="164592" cy="164592"/>
          </a:xfrm>
          <a:prstGeom prst="ellipse">
            <a:avLst/>
          </a:prstGeom>
          <a:solidFill>
            <a:srgbClr val="E1FBBE">
              <a:alpha val="60000"/>
            </a:srgbClr>
          </a:solidFill>
          <a:ln w="12700">
            <a:solidFill>
              <a:srgbClr val="E1FBB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480560"/>
            <a:ext cx="164592" cy="164592"/>
          </a:xfrm>
          <a:prstGeom prst="ellipse">
            <a:avLst/>
          </a:prstGeom>
          <a:solidFill>
            <a:srgbClr val="E1FBBE">
              <a:alpha val="60000"/>
            </a:srgbClr>
          </a:solidFill>
          <a:ln w="12700">
            <a:solidFill>
              <a:srgbClr val="E1FBBE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4754880"/>
            <a:ext cx="164592" cy="164592"/>
          </a:xfrm>
          <a:prstGeom prst="ellipse">
            <a:avLst/>
          </a:prstGeom>
          <a:solidFill>
            <a:srgbClr val="E1FBBE">
              <a:alpha val="60000"/>
            </a:srgbClr>
          </a:solidFill>
          <a:ln w="12700">
            <a:solidFill>
              <a:srgbClr val="E1FBBE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4297680"/>
            <a:ext cx="164592" cy="164592"/>
          </a:xfrm>
          <a:prstGeom prst="ellipse">
            <a:avLst/>
          </a:prstGeom>
          <a:solidFill>
            <a:srgbClr val="E1FBBE">
              <a:alpha val="60000"/>
            </a:srgbClr>
          </a:solidFill>
          <a:ln w="12700">
            <a:solidFill>
              <a:srgbClr val="E1FBBE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486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FRAMEWORK-DRIVEN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371600" cy="54864"/>
          </a:xfrm>
          <a:prstGeom prst="rect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code. Enforced at every stage.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0" y="548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0" y="1298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Git-native workflows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3017520" cy="36576"/>
          </a:xfrm>
          <a:prstGeom prst="rect">
            <a:avLst/>
          </a:prstGeom>
          <a:solidFill>
            <a:srgbClr val="5A28FE">
              <a:alpha val="40000"/>
            </a:srgbClr>
          </a:solidFill>
          <a:ln w="12700">
            <a:solidFill>
              <a:srgbClr val="5A28FE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669280" y="27614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Auto-validation gates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3291840"/>
            <a:ext cx="3017520" cy="36576"/>
          </a:xfrm>
          <a:prstGeom prst="rect">
            <a:avLst/>
          </a:prstGeom>
          <a:solidFill>
            <a:srgbClr val="5A28FE">
              <a:alpha val="40000"/>
            </a:srgbClr>
          </a:solidFill>
          <a:ln w="12700">
            <a:solidFill>
              <a:srgbClr val="5A28FE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474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A2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CNCF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669280" y="42245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architecture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</dc:title>
  <dc:subject>PptxGenJS Presentation</dc:subject>
  <dc:creator>PptxGenJS</dc:creator>
  <cp:lastModifiedBy>PptxGenJS</cp:lastModifiedBy>
  <cp:revision>1</cp:revision>
  <dcterms:created xsi:type="dcterms:W3CDTF">2026-06-01T17:18:16Z</dcterms:created>
  <dcterms:modified xsi:type="dcterms:W3CDTF">2026-06-01T17:18:16Z</dcterms:modified>
</cp:coreProperties>
</file>