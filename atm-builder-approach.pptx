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E1FB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Builder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Built ATM Builder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Threagile · Llama 3.3 · GitLab GitOps — combined into one developer-native platform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8321040" cy="27432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2606040" cy="155448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2157984"/>
            <a:ext cx="402336" cy="402336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9456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9848" y="2130552"/>
            <a:ext cx="1856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Threagile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9848" y="238658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Threat Modeling Engine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" y="2688336"/>
            <a:ext cx="2276856" cy="18288"/>
          </a:xfrm>
          <a:prstGeom prst="rect">
            <a:avLst/>
          </a:prstGeom>
          <a:solidFill>
            <a:srgbClr val="E1FBBE">
              <a:alpha val="40000"/>
            </a:srgbClr>
          </a:solidFill>
          <a:ln w="12700">
            <a:solidFill>
              <a:srgbClr val="E1FBBE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761488"/>
            <a:ext cx="2276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4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YAML-based threat model definitions. Auto-generates risks, issues &amp; architecture diagrams. Integrates natively into the service repo.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73552" y="1993392"/>
            <a:ext cx="2606040" cy="155448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38144" y="2157984"/>
            <a:ext cx="402336" cy="402336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19456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31920" y="2130552"/>
            <a:ext cx="1856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3.3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931920" y="238658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Automation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438144" y="2688336"/>
            <a:ext cx="2276856" cy="18288"/>
          </a:xfrm>
          <a:prstGeom prst="rect">
            <a:avLst/>
          </a:prstGeom>
          <a:solidFill>
            <a:srgbClr val="E1FBBE">
              <a:alpha val="40000"/>
            </a:srgbClr>
          </a:solidFill>
          <a:ln w="12700">
            <a:solidFill>
              <a:srgbClr val="E1FBBE">
                <a:alpha val="4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38144" y="2761488"/>
            <a:ext cx="2276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4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and refines threat models from service metadata. Reduces manual effort and accelerates coverage across all flows.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35624" y="1993392"/>
            <a:ext cx="2606040" cy="155448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00216" y="2157984"/>
            <a:ext cx="402336" cy="402336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194560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93992" y="2130552"/>
            <a:ext cx="1856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GitLab GitOps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793992" y="238658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Git-native Delivery Pipeline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300216" y="2688336"/>
            <a:ext cx="2276856" cy="18288"/>
          </a:xfrm>
          <a:prstGeom prst="rect">
            <a:avLst/>
          </a:prstGeom>
          <a:solidFill>
            <a:srgbClr val="E1FBBE">
              <a:alpha val="40000"/>
            </a:srgbClr>
          </a:solidFill>
          <a:ln w="12700">
            <a:solidFill>
              <a:srgbClr val="E1FBBE">
                <a:alpha val="4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00216" y="2761488"/>
            <a:ext cx="2276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4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gates enforce review &amp; approval. YAML files committed alongside code. Full auditability and developer-owned workflow.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11480" y="36758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626364" y="3977640"/>
            <a:ext cx="1261872" cy="82296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632204" y="4023360"/>
            <a:ext cx="201168" cy="201168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632204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690372" y="40325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Flow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90372" y="4526280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ATM Builder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1888236" y="4389120"/>
            <a:ext cx="7315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894637" y="4279392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1952244" y="3977640"/>
            <a:ext cx="1261872" cy="822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2958084" y="4023360"/>
            <a:ext cx="201168" cy="201168"/>
          </a:xfrm>
          <a:prstGeom prst="ellipse">
            <a:avLst/>
          </a:prstGeom>
          <a:solidFill>
            <a:srgbClr val="FFC0E8"/>
          </a:solidFill>
          <a:ln w="12700">
            <a:solidFill>
              <a:srgbClr val="FFC0E8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958084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2016252" y="40325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Threat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2016252" y="4526280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AI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3214116" y="4389120"/>
            <a:ext cx="7315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220517" y="4279392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3278124" y="3977640"/>
            <a:ext cx="1261872" cy="822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283964" y="4023360"/>
            <a:ext cx="201168" cy="201168"/>
          </a:xfrm>
          <a:prstGeom prst="ellipse">
            <a:avLst/>
          </a:prstGeom>
          <a:solidFill>
            <a:srgbClr val="FFC0E8"/>
          </a:solidFill>
          <a:ln w="12700">
            <a:solidFill>
              <a:srgbClr val="FFC0E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283964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8" name="Text 43"/>
          <p:cNvSpPr/>
          <p:nvPr/>
        </p:nvSpPr>
        <p:spPr>
          <a:xfrm>
            <a:off x="3342132" y="40325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Files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3342132" y="4526280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Threagile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4539996" y="4389120"/>
            <a:ext cx="7315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546397" y="4279392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4604004" y="3977640"/>
            <a:ext cx="1261872" cy="82296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5609844" y="4023360"/>
            <a:ext cx="201168" cy="201168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5609844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5" name="Text 50"/>
          <p:cNvSpPr/>
          <p:nvPr/>
        </p:nvSpPr>
        <p:spPr>
          <a:xfrm>
            <a:off x="4668012" y="40325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 to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Repo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4668012" y="4526280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GitOps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5865876" y="4389120"/>
            <a:ext cx="7315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5872277" y="4279392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59" name="Shape 54"/>
          <p:cNvSpPr/>
          <p:nvPr/>
        </p:nvSpPr>
        <p:spPr>
          <a:xfrm>
            <a:off x="5929884" y="3977640"/>
            <a:ext cx="1261872" cy="82296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935724" y="4023360"/>
            <a:ext cx="201168" cy="201168"/>
          </a:xfrm>
          <a:prstGeom prst="ellipse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935724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57"/>
          <p:cNvSpPr/>
          <p:nvPr/>
        </p:nvSpPr>
        <p:spPr>
          <a:xfrm>
            <a:off x="5993892" y="40325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&amp;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5993892" y="4526280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2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Arch</a:t>
            </a:r>
            <a:endParaRPr lang="en-US" sz="750" dirty="0"/>
          </a:p>
        </p:txBody>
      </p:sp>
      <p:sp>
        <p:nvSpPr>
          <p:cNvPr id="64" name="Shape 59"/>
          <p:cNvSpPr/>
          <p:nvPr/>
        </p:nvSpPr>
        <p:spPr>
          <a:xfrm>
            <a:off x="7191756" y="4389120"/>
            <a:ext cx="73152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7198157" y="4279392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255764" y="3977640"/>
            <a:ext cx="1261872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8261604" y="4023360"/>
            <a:ext cx="201168" cy="201168"/>
          </a:xfrm>
          <a:prstGeom prst="ellipse">
            <a:avLst/>
          </a:prstGeom>
          <a:solidFill>
            <a:srgbClr val="C0D8FF"/>
          </a:solidFill>
          <a:ln w="12700">
            <a:solidFill>
              <a:srgbClr val="C0D8FF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8261604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7319772" y="40325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&amp;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900" dirty="0"/>
          </a:p>
        </p:txBody>
      </p:sp>
      <p:sp>
        <p:nvSpPr>
          <p:cNvPr id="70" name="Text 65"/>
          <p:cNvSpPr/>
          <p:nvPr/>
        </p:nvSpPr>
        <p:spPr>
          <a:xfrm>
            <a:off x="7319772" y="4526280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· Diagrams</a:t>
            </a:r>
            <a:endParaRPr lang="en-US" sz="750" dirty="0"/>
          </a:p>
        </p:txBody>
      </p:sp>
      <p:sp>
        <p:nvSpPr>
          <p:cNvPr id="71" name="Shape 6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A2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Paysafe  ◆◆  ATM Builder — Agile Threat Modeling powered by Threagile + Llama 3.3 + GitLab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 Builder – Approach</dc:title>
  <dc:subject>PptxGenJS Presentation</dc:subject>
  <dc:creator>PptxGenJS</dc:creator>
  <cp:lastModifiedBy>PptxGenJS</cp:lastModifiedBy>
  <cp:revision>1</cp:revision>
  <dcterms:created xsi:type="dcterms:W3CDTF">2026-06-01T17:46:18Z</dcterms:created>
  <dcterms:modified xsi:type="dcterms:W3CDTF">2026-06-01T17:46:18Z</dcterms:modified>
</cp:coreProperties>
</file>